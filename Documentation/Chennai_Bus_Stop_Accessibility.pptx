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stops</c:v>
                </c:pt>
              </c:strCache>
            </c:strRef>
          </c:tx>
          <c:spPr>
            <a:solidFill>
              <a:srgbClr val="1B8A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Space behind shelter</c:v>
                  </c:pt>
                  <c:pt idx="1">
                    <c:v>Space between shelter and road</c:v>
                  </c:pt>
                  <c:pt idx="2">
                    <c:v>Pass without stepping on road</c:v>
                  </c:pt>
                  <c:pt idx="3">
                    <c:v>All three conditions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25.2</c:v>
                </c:pt>
                <c:pt idx="1">
                  <c:v>28.6</c:v>
                </c:pt>
                <c:pt idx="2">
                  <c:v>26.2</c:v>
                </c:pt>
                <c:pt idx="3">
                  <c:v>12.9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" cy="173736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28016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Bus Stop Accessibility and Service Gaps Across Chennai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of a bus stop audit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stops audited  |  85 variables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Objectives and Method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5486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analysis, not causal inference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and wheelchair movement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Bus-to-kerb boarding conditions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roof, shade, seating, capacity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Encroachment, drainage and safety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name and route information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 context and priorities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011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quality checks, whitespace and date cleanup, duplicate removal, missing-value review, derived indicators, frequency analysis and charts.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access score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Yes for: space behind shelter, space between shelter and road, continuous footpath movement (0 to 3).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Access Is Weak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5486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audited stops meeting each condition (%)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55448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0" y="1554480"/>
            <a:ext cx="73152" cy="15544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stops satisfy all three pedestrian-access conditions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33375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3 in 10 stops allow pedestrians or wheelchair users to move freely.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Boarding, Encroachment and Drainage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5486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conditions around the stop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554480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boarding position (under 30 cm)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155448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554480"/>
            <a:ext cx="73152" cy="15544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47.6%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encroached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55448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554480"/>
            <a:ext cx="73152" cy="15544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encroached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9400" y="155448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1554480"/>
            <a:ext cx="73152" cy="155448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737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377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water-logging or drainage issues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 five stops have a boarding gap of 30 cm or more, and about 59% are encroached to some degree.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and Passenger Information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5486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information gaps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55448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or no lighting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554480"/>
            <a:ext cx="73152" cy="15544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 information displayed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554480"/>
            <a:ext cx="73152" cy="1554480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clearly displayed stop name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third of stops give passengers no route information at all.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5486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 for a targeted improvement program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1920240" cy="6400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access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Footpath continuity, clear movement space, accessible approaches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150876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42032" y="1508760"/>
            <a:ext cx="19202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gaps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2057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kerb and platform design; align bus stopping positions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50876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508760"/>
            <a:ext cx="1920240" cy="6400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64024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Encroachment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2057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parked vehicles, vendors and construction material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11696" y="150876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11696" y="1508760"/>
            <a:ext cx="19202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48856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48856" y="2057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lighting at unsafe or poorly lit stops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54680"/>
            <a:ext cx="1920240" cy="6400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current route info and legible stop names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42032" y="315468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42032" y="3154680"/>
            <a:ext cx="1920240" cy="640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79192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679192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water-logging around affected stops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26864" y="315468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26864" y="3154680"/>
            <a:ext cx="1920240" cy="6400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64024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764024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capacity, shade, seating and roof condition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5486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sample may not cover every Chennai stop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fields are missing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are partly subjective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should not be generalized city-wide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concentrated in pedestrian movement, boarding distance, encroachment, lighting and passenger information. The derived indicators can help prioritize stops for infrastructure and service upgrades.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Chennai Bus Stop Accessibility</dc:title>
  <dc:subject>PptxGenJS Presentation</dc:subject>
  <dc:creator>PptxGenJS</dc:creator>
  <cp:lastModifiedBy>PptxGenJS</cp:lastModifiedBy>
  <cp:revision>1</cp:revision>
  <dcterms:created xsi:type="dcterms:W3CDTF">2026-10-08T10:16:39Z</dcterms:created>
  <dcterms:modified xsi:type="dcterms:W3CDTF">2026-10-08T10:16:39Z</dcterms:modified>
</cp:coreProperties>
</file>